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</p:cSldViewPr>
  </p:notes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ru-RU" smtClean="0"/>
              <a:t>10/30/2013</a:t>
            </a:fld>
            <a:endParaRPr lang="ru-RU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Click to edit Master text styles</a:t>
            </a:r>
          </a:p>
          <a:p>
            <a:pPr lvl="1"/>
            <a:r>
              <a:rPr lang="ru-RU" smtClean="0"/>
              <a:t>Second level</a:t>
            </a:r>
          </a:p>
          <a:p>
            <a:pPr lvl="2"/>
            <a:r>
              <a:rPr lang="ru-RU" smtClean="0"/>
              <a:t>Third level</a:t>
            </a:r>
          </a:p>
          <a:p>
            <a:pPr lvl="3"/>
            <a:r>
              <a:rPr lang="ru-RU" smtClean="0"/>
              <a:t>Fourth level</a:t>
            </a:r>
          </a:p>
          <a:p>
            <a:pPr lvl="4"/>
            <a:r>
              <a:rPr lang="ru-RU" smtClean="0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>
              <a:latin typeface="Liberation Sans" pitchFamily="34" charset="0" panose="020B0604020202020204"/>
              <a:cs typeface="Liberation Sans" pitchFamily="34" charset="0" panose="020B060402020202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ru-RU" smtClean="0"/>
              <a:t>30.10.2013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Fifth level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ru-RU" smtClean="0"/>
              <a:t>30.10.2013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ru-RU" smtClean="0"/>
              <a:t>30.10.2013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woObj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ru-RU" smtClean="0"/>
              <a:t>30.10.2013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woTxTwoObj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Click to edit Master text styles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ru-RU" smtClean="0"/>
              <a:t>30.10.2013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ru-RU" smtClean="0"/>
              <a:t>30.10.2013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ru-RU" smtClean="0"/>
              <a:t>30.10.2013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ru-RU" smtClean="0"/>
              <a:t>30.10.2013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pic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ChangeAspect="1"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Click icon to add picture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ru-RU" smtClean="0"/>
              <a:t>30.10.2013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vertTx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ru-RU" smtClean="0"/>
              <a:t>30.10.2013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vertTitleAndTx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Fifth level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ru-RU" smtClean="0"/>
              <a:t>30.10.2013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Click to edit Master title style</a:t>
            </a:r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Click to edit Master text styles</a:t>
            </a:r>
          </a:p>
          <a:p>
            <a:pPr lvl="1"/>
            <a:r>
              <a:rPr lang="ru-RU" smtClean="0"/>
              <a:t>Second level</a:t>
            </a:r>
          </a:p>
          <a:p>
            <a:pPr lvl="2"/>
            <a:r>
              <a:rPr lang="ru-RU" smtClean="0"/>
              <a:t>Third level</a:t>
            </a:r>
          </a:p>
          <a:p>
            <a:pPr lvl="3"/>
            <a:r>
              <a:rPr lang="ru-RU" smtClean="0"/>
              <a:t>Fourth level</a:t>
            </a:r>
          </a:p>
          <a:p>
            <a:pPr lvl="4"/>
            <a:r>
              <a:rPr lang="ru-RU" smtClean="0"/>
              <a:t>Fifth level</a:t>
            </a:r>
            <a:endParaRPr lang="ru-R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ru-RU" smtClean="0"/>
              <a:t>30.10.2013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Liberation Sans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Liberation Sans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Liberation Sans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Liberation Sans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Liberation Sans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Liberation Sans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Liberation Sans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Liberation Sans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Liberation Sans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Liberation Sans" panose="020F0302020204030204"/>
        <a:ea typeface="Liberation Sans"/>
        <a:cs typeface="Liberation Sans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iberation Sans" panose="020F0502020204030204"/>
        <a:ea typeface="Liberation Sans"/>
        <a:cs typeface="Liberation Sans"/>
        <a:font script="Jpan" typeface="ＭＳ Ｐゴシック"/>
        <a:font script="Hang" typeface="맑은 고딕"/>
        <a:font script="Hans" typeface="宋体"/>
        <a:font script="Hant" typeface="新細明體"/>
        <a:font script="Arab" typeface="Liberation Sans"/>
        <a:font script="Hebr" typeface="Liberation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Liberation Sans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iberation Sans">
      <a:majorFont>
        <a:latin typeface="Liberation Sans" panose="020B0604020202020204"/>
        <a:ea typeface="Liberation Sans"/>
        <a:cs typeface="Liberation Sans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Liberation Sans" panose="020B0604020202020204"/>
        <a:ea typeface="Liberation Sans"/>
        <a:cs typeface="Liberation Sans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Pages>0</Pages>
  <Words>1</Words>
  <Characters>0</Characters>
  <CharactersWithSpaces>0</CharactersWithSpaces>
  <Application>Р7-Офис/2025.3.2.1354</Application>
  <DocSecurity>0</DocSecurity>
  <PresentationFormat>Widescreen</PresentationFormat>
  <Lines>0</Lines>
  <Paragraphs>1</Paragraphs>
  <Slides>1</Slides>
  <Notes>1</Notes>
  <HiddenSlides>0</HiddenSlides>
  <MMClips>0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>sbs</cp:lastModifiedBy>
  <cp:revision>5</cp:revision>
  <cp:category/>
  <cp:contentStatus/>
  <cp:version/>
</cp:coreProperties>
</file>